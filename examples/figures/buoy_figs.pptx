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DE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8" d="100"/>
          <a:sy n="58" d="100"/>
        </p:scale>
        <p:origin x="920" y="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41D0D-4B61-543C-3CCE-542219D0D2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B6B61F-A0D9-273C-FD3D-0DC6E1205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64331-AD17-CD5D-CBDB-E99ED6923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32-8B5F-44E0-AC5A-962A6753DD5E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66BC1-2F6B-2FAA-820F-BB7FFAD2B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5B27AC-E9FB-ADCD-8DFD-42E915727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7E007-4531-4A00-8CF2-B2D79F8EDB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106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F3B39-D629-AEFB-300C-04B91B477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5E3F6-1028-DB44-1133-2755DF3ED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D3C349-D717-D959-648A-5C0E4253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32-8B5F-44E0-AC5A-962A6753DD5E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CD9E30-775A-9028-E6DC-6372C955B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44917A-0395-FCC1-153E-C5A39636D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7E007-4531-4A00-8CF2-B2D79F8EDB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1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AA732-EAD6-3DCE-A413-9BBA26B18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882310-C4A5-8EAC-C69B-8D10F8D631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A02AE-1EF2-49C6-14CB-87C229DF2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32-8B5F-44E0-AC5A-962A6753DD5E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E4807-E46F-5675-FDFD-ACF663AE7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85CA7C-608B-8B46-7BBA-132937ED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7E007-4531-4A00-8CF2-B2D79F8EDB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221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EB243-7110-C35C-B734-5DCF8541F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0E94E3-924E-866D-35CE-76CB743564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94C2B5-64EF-655C-C998-D3952B1F2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8EDA4F-0C07-DB1F-B1BD-16573DF2B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32-8B5F-44E0-AC5A-962A6753DD5E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C68A6-A80C-223B-C14D-B30BEB628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E726AE-FBAC-2CE4-8447-9A00F8BCF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7E007-4531-4A00-8CF2-B2D79F8EDB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65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FA197-7EFB-203A-EC6A-118523B21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8F8924-7A5D-77E2-B176-26B23A7649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CF923D-2B1F-57CC-53BB-8AC95FD307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D3FA59-4841-1249-9709-40D93206F6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A78A47-FFFD-AC69-7C13-C338973005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241092-306E-37AF-3F1B-166C9F200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32-8B5F-44E0-AC5A-962A6753DD5E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FE0B9B-10AC-1971-DCF4-3861C8ED4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184B89-0AB8-57FA-FC14-FCD220523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7E007-4531-4A00-8CF2-B2D79F8EDB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088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27FCC-3B2B-3F73-709F-BDC1C38A5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C2CE0F-FF35-E0EF-2E1C-6BA718E8A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32-8B5F-44E0-AC5A-962A6753DD5E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E13A96-9447-B01F-E1AE-0DD153DA1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16F42A-3341-79D9-0B36-2DFE5DD37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7E007-4531-4A00-8CF2-B2D79F8EDB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186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83EFDE-44C6-2D81-CDC6-0BC154260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32-8B5F-44E0-AC5A-962A6753DD5E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3AEF06-F333-E159-2D50-E8CF92B93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5A6CB-BA4E-6FBA-AA41-74CC57255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7E007-4531-4A00-8CF2-B2D79F8EDB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098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6E470-98F9-C76E-8170-FF683BAB1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0958A-8DF9-D527-87BB-E26035927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9077C0-7F84-832F-351A-6F33A6D141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C93F00-C35F-F2B4-8349-5A4E7C92B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32-8B5F-44E0-AC5A-962A6753DD5E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21653C-0BC8-708A-3021-48366752D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0F08CD-8EA9-BD57-AAE4-443DCA97A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7E007-4531-4A00-8CF2-B2D79F8EDB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211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352B2-A251-2909-D224-66C30BB7D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973616-A570-2235-4DC8-5FCF210014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1F01C3-7461-3468-7DA6-E7FB80908B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1A9326-65C7-D31C-85DD-DC072672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32-8B5F-44E0-AC5A-962A6753DD5E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C1A313-2960-A299-3781-261A7AD06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9D66C7-63E4-EA7B-90AC-46685BF33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7E007-4531-4A00-8CF2-B2D79F8EDB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17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E3D4C-4389-34C1-1191-62D489437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BC208F-5B4A-7E8A-EAB1-8FD0228713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16DC4F-4E52-B723-24EA-5684E0FB0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32-8B5F-44E0-AC5A-962A6753DD5E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91050B-0319-034E-0C8B-AE450D5FE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B938B-1B3D-E157-8166-9136F03AB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7E007-4531-4A00-8CF2-B2D79F8EDB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996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E608EB-B096-6FA8-B9C2-B792F60605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3A3101-410F-F2AA-3632-A66CDA9BA9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EDC84-E0DE-9122-0447-4D7770A85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0E32-8B5F-44E0-AC5A-962A6753DD5E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28804-04B9-EDCC-59B5-E01E02ED4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FD9898-1778-AAFA-F5F4-7DFC237CE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7E007-4531-4A00-8CF2-B2D79F8EDB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242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6B4002-94B4-86CB-CABE-FCD35E33E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FA6DB8-0CA8-BB90-ECF5-070628C35E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18554-3F28-BB2B-57CD-D9BF67E623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2C0E32-8B5F-44E0-AC5A-962A6753DD5E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288EC-8CA9-5D98-EDC2-AE834E464A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BCD3B-32F2-70ED-73CE-E794D2092B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17E007-4531-4A00-8CF2-B2D79F8EDB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3978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BB49621-FDD7-E21A-60F0-BBCB7A7ADA44}"/>
              </a:ext>
            </a:extLst>
          </p:cNvPr>
          <p:cNvGrpSpPr/>
          <p:nvPr/>
        </p:nvGrpSpPr>
        <p:grpSpPr>
          <a:xfrm>
            <a:off x="1798862" y="1906259"/>
            <a:ext cx="3525268" cy="3660942"/>
            <a:chOff x="1109949" y="1740077"/>
            <a:chExt cx="3525268" cy="3660942"/>
          </a:xfrm>
        </p:grpSpPr>
        <p:pic>
          <p:nvPicPr>
            <p:cNvPr id="1026" name="Picture 2" descr="Compass directions icon set north, south, east, and west direction icons, .  45903616 Vector Art at Vecteezy">
              <a:extLst>
                <a:ext uri="{FF2B5EF4-FFF2-40B4-BE49-F238E27FC236}">
                  <a16:creationId xmlns:a16="http://schemas.microsoft.com/office/drawing/2014/main" id="{F5242211-98EC-BF4B-08F4-E6EF3B15E42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22" t="6698" r="18931" b="5877"/>
            <a:stretch>
              <a:fillRect/>
            </a:stretch>
          </p:blipFill>
          <p:spPr bwMode="auto">
            <a:xfrm>
              <a:off x="1109949" y="1740077"/>
              <a:ext cx="1032046" cy="10084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A9527C32-083F-7875-119D-E43EA45885AC}"/>
                </a:ext>
              </a:extLst>
            </p:cNvPr>
            <p:cNvGrpSpPr/>
            <p:nvPr/>
          </p:nvGrpSpPr>
          <p:grpSpPr>
            <a:xfrm>
              <a:off x="1421176" y="2104222"/>
              <a:ext cx="3214041" cy="3296797"/>
              <a:chOff x="1421176" y="2104222"/>
              <a:chExt cx="3214041" cy="3296797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B10F5F57-632A-3495-7234-F756CA705A97}"/>
                  </a:ext>
                </a:extLst>
              </p:cNvPr>
              <p:cNvSpPr/>
              <p:nvPr/>
            </p:nvSpPr>
            <p:spPr>
              <a:xfrm>
                <a:off x="1421176" y="2104222"/>
                <a:ext cx="3214041" cy="3296797"/>
              </a:xfrm>
              <a:prstGeom prst="ellipse">
                <a:avLst/>
              </a:prstGeom>
              <a:solidFill>
                <a:srgbClr val="E3DE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Picture 2" descr="Crystalline Silicon Photovoltaics Research | Department of Energy">
                <a:extLst>
                  <a:ext uri="{FF2B5EF4-FFF2-40B4-BE49-F238E27FC236}">
                    <a16:creationId xmlns:a16="http://schemas.microsoft.com/office/drawing/2014/main" id="{D10EDBDC-1129-B68A-AFF0-E1E7EC42B6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28" t="10079" r="3054" b="8752"/>
              <a:stretch>
                <a:fillRect/>
              </a:stretch>
            </p:blipFill>
            <p:spPr bwMode="auto">
              <a:xfrm>
                <a:off x="2329344" y="4527962"/>
                <a:ext cx="1397700" cy="6257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99DFD25-4E2D-AE27-1617-47B23957CE73}"/>
                  </a:ext>
                </a:extLst>
              </p:cNvPr>
              <p:cNvSpPr/>
              <p:nvPr/>
            </p:nvSpPr>
            <p:spPr>
              <a:xfrm>
                <a:off x="1830767" y="2748526"/>
                <a:ext cx="2394857" cy="2008188"/>
              </a:xfrm>
              <a:prstGeom prst="rect">
                <a:avLst/>
              </a:prstGeom>
              <a:solidFill>
                <a:schemeClr val="bg2">
                  <a:alpha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Obstacle</a:t>
                </a:r>
              </a:p>
            </p:txBody>
          </p: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50E17AE2-A348-3D42-81AF-69F15A18C5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28194" y="2505843"/>
                <a:ext cx="0" cy="1293703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15D2DC48-7980-A3DF-FAD6-7F00DBD3AB8D}"/>
                  </a:ext>
                </a:extLst>
              </p:cNvPr>
              <p:cNvSpPr/>
              <p:nvPr/>
            </p:nvSpPr>
            <p:spPr>
              <a:xfrm>
                <a:off x="2252498" y="2997546"/>
                <a:ext cx="1551393" cy="1530417"/>
              </a:xfrm>
              <a:prstGeom prst="arc">
                <a:avLst>
                  <a:gd name="adj1" fmla="val 16200000"/>
                  <a:gd name="adj2" fmla="val 5423251"/>
                </a:avLst>
              </a:prstGeom>
              <a:ln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F54B93E1-66B5-32D1-1C6A-EFDDE6CF2C95}"/>
                      </a:ext>
                    </a:extLst>
                  </p:cNvPr>
                  <p:cNvSpPr txBox="1"/>
                  <p:nvPr/>
                </p:nvSpPr>
                <p:spPr>
                  <a:xfrm>
                    <a:off x="3673061" y="3614880"/>
                    <a:ext cx="68339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F54B93E1-66B5-32D1-1C6A-EFDDE6CF2C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73061" y="3614880"/>
                    <a:ext cx="683394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DBF9BD32-835D-19F9-8C74-518E353F28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28194" y="3839852"/>
                <a:ext cx="0" cy="1102737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56D8EB5-28B2-BD00-FD08-7E7CBB42CC51}"/>
              </a:ext>
            </a:extLst>
          </p:cNvPr>
          <p:cNvGrpSpPr/>
          <p:nvPr/>
        </p:nvGrpSpPr>
        <p:grpSpPr>
          <a:xfrm>
            <a:off x="5324130" y="623304"/>
            <a:ext cx="4513933" cy="4943896"/>
            <a:chOff x="5324130" y="623304"/>
            <a:chExt cx="4513933" cy="4943896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53441E60-C859-4E58-3808-DDBCDFC23AAF}"/>
                </a:ext>
              </a:extLst>
            </p:cNvPr>
            <p:cNvGrpSpPr/>
            <p:nvPr/>
          </p:nvGrpSpPr>
          <p:grpSpPr>
            <a:xfrm>
              <a:off x="5324130" y="623304"/>
              <a:ext cx="4513933" cy="4943896"/>
              <a:chOff x="5324130" y="623304"/>
              <a:chExt cx="4513933" cy="4943896"/>
            </a:xfrm>
          </p:grpSpPr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FC96FFCF-2FB3-8B18-191F-2F6760CE8332}"/>
                  </a:ext>
                </a:extLst>
              </p:cNvPr>
              <p:cNvGrpSpPr/>
              <p:nvPr/>
            </p:nvGrpSpPr>
            <p:grpSpPr>
              <a:xfrm>
                <a:off x="5324130" y="623304"/>
                <a:ext cx="4513933" cy="4943896"/>
                <a:chOff x="6067702" y="457123"/>
                <a:chExt cx="4513933" cy="4943896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98FF38A9-3F26-2282-E6F1-342022E21C27}"/>
                    </a:ext>
                  </a:extLst>
                </p:cNvPr>
                <p:cNvSpPr/>
                <p:nvPr/>
              </p:nvSpPr>
              <p:spPr>
                <a:xfrm>
                  <a:off x="6621138" y="3742981"/>
                  <a:ext cx="3214042" cy="776689"/>
                </a:xfrm>
                <a:prstGeom prst="rect">
                  <a:avLst/>
                </a:prstGeom>
                <a:solidFill>
                  <a:srgbClr val="E3DE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4B884B81-FB45-4483-7A28-84BDBDA7146F}"/>
                    </a:ext>
                  </a:extLst>
                </p:cNvPr>
                <p:cNvSpPr/>
                <p:nvPr/>
              </p:nvSpPr>
              <p:spPr>
                <a:xfrm>
                  <a:off x="6621138" y="4519670"/>
                  <a:ext cx="3214041" cy="370114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Trapezoid 8">
                  <a:extLst>
                    <a:ext uri="{FF2B5EF4-FFF2-40B4-BE49-F238E27FC236}">
                      <a16:creationId xmlns:a16="http://schemas.microsoft.com/office/drawing/2014/main" id="{3BAE7987-6B19-4D9B-68C5-748E1E37500A}"/>
                    </a:ext>
                  </a:extLst>
                </p:cNvPr>
                <p:cNvSpPr/>
                <p:nvPr/>
              </p:nvSpPr>
              <p:spPr>
                <a:xfrm rot="10800000">
                  <a:off x="6621137" y="4889783"/>
                  <a:ext cx="3214042" cy="511236"/>
                </a:xfrm>
                <a:prstGeom prst="trapezoid">
                  <a:avLst>
                    <a:gd name="adj" fmla="val 72409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3AC5E83D-D610-515D-ECAA-7AD2A4F95F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91872" y="4278086"/>
                  <a:ext cx="4389763" cy="0"/>
                </a:xfrm>
                <a:prstGeom prst="line">
                  <a:avLst/>
                </a:prstGeom>
                <a:ln w="571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C6961707-1466-FFA6-53DF-EF3240D2F8EC}"/>
                    </a:ext>
                  </a:extLst>
                </p:cNvPr>
                <p:cNvSpPr/>
                <p:nvPr/>
              </p:nvSpPr>
              <p:spPr>
                <a:xfrm>
                  <a:off x="7067913" y="457123"/>
                  <a:ext cx="2394857" cy="2008188"/>
                </a:xfrm>
                <a:prstGeom prst="rect">
                  <a:avLst/>
                </a:prstGeom>
                <a:solidFill>
                  <a:schemeClr val="bg2">
                    <a:alpha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Obstacle</a:t>
                  </a:r>
                </a:p>
              </p:txBody>
            </p: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6AC0F82A-266A-697D-242D-BCC4B2F8F6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7030729" y="3252052"/>
                  <a:ext cx="636896" cy="48490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B6AC428F-622B-2AA5-8B8D-75A62A1801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7030729" y="3736957"/>
                  <a:ext cx="703571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8" name="Arc 47">
                  <a:extLst>
                    <a:ext uri="{FF2B5EF4-FFF2-40B4-BE49-F238E27FC236}">
                      <a16:creationId xmlns:a16="http://schemas.microsoft.com/office/drawing/2014/main" id="{166E5A87-2C19-561B-00A4-C1521A8A1DFD}"/>
                    </a:ext>
                  </a:extLst>
                </p:cNvPr>
                <p:cNvSpPr/>
                <p:nvPr/>
              </p:nvSpPr>
              <p:spPr>
                <a:xfrm flipV="1">
                  <a:off x="6067702" y="2909668"/>
                  <a:ext cx="1551393" cy="1481552"/>
                </a:xfrm>
                <a:prstGeom prst="arc">
                  <a:avLst>
                    <a:gd name="adj1" fmla="val 21295703"/>
                    <a:gd name="adj2" fmla="val 1337315"/>
                  </a:avLst>
                </a:prstGeom>
                <a:ln>
                  <a:solidFill>
                    <a:schemeClr val="tx1"/>
                  </a:solidFill>
                  <a:prstDash val="dash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2" name="TextBox 51">
                      <a:extLst>
                        <a:ext uri="{FF2B5EF4-FFF2-40B4-BE49-F238E27FC236}">
                          <a16:creationId xmlns:a16="http://schemas.microsoft.com/office/drawing/2014/main" id="{B5FB2DA0-DE67-D95F-8C82-3633A8144A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586398" y="3326156"/>
                      <a:ext cx="560005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2" name="TextBox 51">
                      <a:extLst>
                        <a:ext uri="{FF2B5EF4-FFF2-40B4-BE49-F238E27FC236}">
                          <a16:creationId xmlns:a16="http://schemas.microsoft.com/office/drawing/2014/main" id="{B5FB2DA0-DE67-D95F-8C82-3633A8144A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86398" y="3326156"/>
                      <a:ext cx="560005" cy="36933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BE245F1-48B7-7DF8-547B-CF3B3E963A9C}"/>
                  </a:ext>
                </a:extLst>
              </p:cNvPr>
              <p:cNvSpPr txBox="1"/>
              <p:nvPr/>
            </p:nvSpPr>
            <p:spPr>
              <a:xfrm>
                <a:off x="9091607" y="4121323"/>
                <a:ext cx="74645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SWL</a:t>
                </a:r>
              </a:p>
            </p:txBody>
          </p:sp>
        </p:grpSp>
        <p:pic>
          <p:nvPicPr>
            <p:cNvPr id="4" name="Picture 2" descr="Crystalline Silicon Photovoltaics Research | Department of Energy">
              <a:extLst>
                <a:ext uri="{FF2B5EF4-FFF2-40B4-BE49-F238E27FC236}">
                  <a16:creationId xmlns:a16="http://schemas.microsoft.com/office/drawing/2014/main" id="{ECAFB887-109A-8167-CA34-4DD00CC874E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28" t="10079" r="3054" b="8752"/>
            <a:stretch>
              <a:fillRect/>
            </a:stretch>
          </p:blipFill>
          <p:spPr bwMode="auto">
            <a:xfrm rot="3091500">
              <a:off x="6257279" y="3204963"/>
              <a:ext cx="326259" cy="7537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6863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5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Grasberger, Jeff Thomas</dc:creator>
  <cp:lastModifiedBy>Grasberger, Jeff Thomas</cp:lastModifiedBy>
  <cp:revision>3</cp:revision>
  <dcterms:created xsi:type="dcterms:W3CDTF">2026-07-30T19:37:35Z</dcterms:created>
  <dcterms:modified xsi:type="dcterms:W3CDTF">2026-08-13T21:54:49Z</dcterms:modified>
</cp:coreProperties>
</file>